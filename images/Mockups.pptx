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MG3GsS3Hsyy+AijN/2NtQTZtv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3055" y="1547878"/>
            <a:ext cx="6732396" cy="3743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4359" y="1407888"/>
            <a:ext cx="5907867" cy="383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2875" y="1180905"/>
            <a:ext cx="7026249" cy="449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0934" y="1331290"/>
            <a:ext cx="4616434" cy="4016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4633" y="1713854"/>
            <a:ext cx="4644528" cy="3251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0934" y="1423619"/>
            <a:ext cx="4616434" cy="3831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4633" y="1684826"/>
            <a:ext cx="4644528" cy="3309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0934" y="1464013"/>
            <a:ext cx="4616434" cy="375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4633" y="1806745"/>
            <a:ext cx="4644528" cy="3065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7229" y="643466"/>
            <a:ext cx="8377542" cy="557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6669" y="1066595"/>
            <a:ext cx="7178662" cy="4724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7134" y="1078026"/>
            <a:ext cx="7277731" cy="4701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1847" y="1010944"/>
            <a:ext cx="6571918" cy="4372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0348" y="1009402"/>
            <a:ext cx="7956102" cy="4878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875" y="623575"/>
            <a:ext cx="8639175" cy="59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2025-02-26T20:15:04Z</dcterms:created>
  <dc:creator>Stephane Bolduc</dc:creator>
</cp:coreProperties>
</file>